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7F018E-2059-408A-BE7C-215212668BB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97680" y="777240"/>
            <a:ext cx="3593592" cy="384048"/>
          </a:xfrm>
          <a:prstGeom prst="roundRect">
            <a:avLst/>
          </a:prstGeom>
          <a:solidFill>
            <a:srgbClr val="1826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PYTHON CAPSTONE PROJECT  |  PROBLEM #6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Log File Analyzer &amp;</a:t>
            </a:r>
            <a:br/>
            <a:r>
              <a:t>Error Monitoring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926080"/>
            <a:ext cx="8897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CBD5E1"/>
                </a:solidFill>
                <a:latin typeface="Segoe UI"/>
              </a:defRPr>
            </a:pPr>
            <a:r>
              <a:t>High-throughput log streaming, regex pattern extraction, collections-based analytics, and automated operational reporting in Python.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977639"/>
            <a:ext cx="24688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rtlCol="0" anchor="ctr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Participant 1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File I/O &amp; Iterators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Stream line reading, generators, file safety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3977639"/>
            <a:ext cx="24688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rtlCol="0" anchor="ctr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Participant 2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Regex Parsing Engine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ISO timestamps, severity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3977639"/>
            <a:ext cx="24688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rtlCol="0" anchor="ctr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Participant 3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Analytics &amp; Counter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collections.Counter, frequency rankings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42248" y="3977639"/>
            <a:ext cx="24688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rtlCol="0" anchor="ctr"/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Participant 4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Reports &amp; CLI Tests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CSV exports, logging, unittest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1. PROBLEM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Business Scenario &amp; Strategic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FB923C"/>
                </a:solidFill>
                <a:latin typeface="Segoe UI"/>
              </a:defRPr>
            </a:pPr>
            <a:r>
              <a:t>The Business Problem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Distributed production systems generate millions of semi-structured log lines across servers, containers, and microservices.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Crucial operational signals like database connection drops, 5xx gateway timeouts, and auth failures are buried in gigabytes of routine INFO logs.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Manual triage via standard grep/cat leads to long Mean Time to Detect (MTTD) and delayed incident responses.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In-memory loading of giant log files risks system memory exhaustion (OOM), requiring an efficient streaming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34D399"/>
                </a:solidFill>
                <a:latin typeface="Segoe UI"/>
              </a:defRPr>
            </a:pPr>
            <a:r>
              <a:t>Core Project Objective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Build a fast, memory-safe command-line Python utility to ingest multi-gigabyte log streams lazily via iterators.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Execute regex parsing to cleanly capture ISO timestamps, severity tiers, origin modules, and error payloads.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Aggregate log frequencies using Python's collections.Counter to isolate top recurring operational exceptions.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Generate multi-channel operational summaries: instant rich console displays, CSV trend files, and self-audit execution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2. INPUT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Input Data Schema &amp; Log Anatomy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Sample Raw Log Format &amp; Token Anatomy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  <a:latin typeface="Consolas"/>
              </a:defRPr>
            </a:pPr>
            <a:r>
              <a:t>2026-03-29 14:22:10,482 | ERROR | db_pool | Connection to postgres-primary:5432 timed out after 3000ms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Standard input files are plain-text (.log / .txt). Each valid entry adheres to 4 key tokens: [Timestamp] | [Log Level] | [Module Name] | [Message Payload].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3410712" cy="2514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A78BFA"/>
                </a:solidFill>
                <a:latin typeface="Segoe UI"/>
              </a:defRPr>
            </a:pPr>
            <a:r>
              <a:t>Timestamp Token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ISO standard format (YYYY-MM-DD HH:MM:SS,ms).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Extracted for chronological indexing and timeline window queries.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Handled via Python datetime parsing.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703320"/>
            <a:ext cx="3410712" cy="2514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F87171"/>
                </a:solidFill>
                <a:latin typeface="Segoe UI"/>
              </a:defRPr>
            </a:pPr>
            <a:r>
              <a:t>Log Severity Tiers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INFO: Routine operational logs (60-70% volume).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WARNING: Recoverable warnings, cache misses, slow queries.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ERROR / CRITICAL: Unhandled exceptions and system failures.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703320"/>
            <a:ext cx="3410712" cy="2514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Module &amp; Payload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Module tag designates source service (auth, payment, db_pool).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Message contains stack trace or failure signature.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Normalized to identify identical recurring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3.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Mandatory Functional Requirements (Specs 21-25)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39512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21. Lazy Iterator Reading: Memory-Safe Ingestion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Read input log files line-by-line via Python generator functions.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Prevent Out-Of-Memory (OOM) errors on large log files (1GB - 50GB).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Use context managers (with open()) for clean descriptor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39512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A78BFA"/>
                </a:solidFill>
                <a:latin typeface="Segoe UI"/>
              </a:defRPr>
            </a:pPr>
            <a:r>
              <a:t>22. Regex Processing: Field Extraction &amp; Cleaning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Compile optimized regular expressions with named capture groups.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Extract timestamp, severity, module name, and payload cleanly.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Gracefully quarantine and log corrupt/non-conforming entries.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3410712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350" b="1">
                <a:solidFill>
                  <a:srgbClr val="FB923C"/>
                </a:solidFill>
                <a:latin typeface="Segoe UI"/>
              </a:defRPr>
            </a:pPr>
            <a:r>
              <a:t>23. Event Frequency Counts: Categorization Engine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Maintain fast running tally of total log entries processed.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Partition aggregate counts by level: INFO, WARNING, ERROR, CRITICAL.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Calculate warning-to-error ratios for health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886200"/>
            <a:ext cx="3410712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350" b="1">
                <a:solidFill>
                  <a:srgbClr val="F87171"/>
                </a:solidFill>
                <a:latin typeface="Segoe UI"/>
              </a:defRPr>
            </a:pPr>
            <a:r>
              <a:t>24. Top Recurring Errors: Anomaly Isolation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Leverage collections.Counter to group repetitive error signatures.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Extract top-N most frequent errors using .most_common(N).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Strip transient variables (IDs, ports) to cluster common root causes.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86200"/>
            <a:ext cx="3410712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350" b="1">
                <a:solidFill>
                  <a:srgbClr val="34D399"/>
                </a:solidFill>
                <a:latin typeface="Segoe UI"/>
              </a:defRPr>
            </a:pPr>
            <a:r>
              <a:t>25. Multi-Report Export: Structured Reporting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Render ANSI-formatted terminal summary with high-priority alerts.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Export structured CSV summary for external analytics and BI ingestion.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Maintain execution audit logging of analyzer runtime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4. WORK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Group Team Allocation &amp; Task Ownership (Team of 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96312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Participant 1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Ingestion &amp; Stream Engine</a:t>
            </a:r>
          </a:p>
          <a:p>
            <a:pPr>
              <a:spcAft>
                <a:spcPts val="120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Modules: os, io, sys, generators</a:t>
            </a:r>
          </a:p>
          <a:p>
            <a:pPr>
              <a:spcAft>
                <a:spcPts val="400"/>
              </a:spcAft>
              <a:defRPr sz="1100" b="1">
                <a:solidFill>
                  <a:srgbClr val="CBD5E1"/>
                </a:solidFill>
                <a:latin typeface="Segoe UI"/>
              </a:defRPr>
            </a:pPr>
            <a:r>
              <a:t>Key Deliverables: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Builds lazy line streamer with yield generators.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Validates file paths, encoding, and permissions.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Handles corrupt encodings and I/O exceptions.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Delivers zero-memory footprint file reader.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96312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Participant 2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Regex &amp; Event Classifier</a:t>
            </a:r>
          </a:p>
          <a:p>
            <a:pPr>
              <a:spcAft>
                <a:spcPts val="120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Modules: re, datetime, dataclasses</a:t>
            </a:r>
          </a:p>
          <a:p>
            <a:pPr>
              <a:spcAft>
                <a:spcPts val="400"/>
              </a:spcAft>
              <a:defRPr sz="1100" b="1">
                <a:solidFill>
                  <a:srgbClr val="CBD5E1"/>
                </a:solidFill>
                <a:latin typeface="Segoe UI"/>
              </a:defRPr>
            </a:pPr>
            <a:r>
              <a:t>Key Deliverables: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Constructs compiled regex with named groups.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Parses timestamp, level, module, and error text.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Creates structured LogEvent data models.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Filters malformed entries into quarantine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496312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Participant 3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Analytics &amp; Statistical Engine</a:t>
            </a:r>
          </a:p>
          <a:p>
            <a:pPr>
              <a:spcAft>
                <a:spcPts val="120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Modules: collections.Counter, defaultdict</a:t>
            </a:r>
          </a:p>
          <a:p>
            <a:pPr>
              <a:spcAft>
                <a:spcPts val="400"/>
              </a:spcAft>
              <a:defRPr sz="1100" b="1">
                <a:solidFill>
                  <a:srgbClr val="CBD5E1"/>
                </a:solidFill>
                <a:latin typeface="Segoe UI"/>
              </a:defRPr>
            </a:pPr>
            <a:r>
              <a:t>Key Deliverables: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Implements Counter for severity frequencies.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Extracts top-N recurring error signatures.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Calculates error rates and ratios per module.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Normalizes parameterized log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496312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82880" rtlCol="0" anchor="ctr"/>
          <a:lstStyle/>
          <a:p>
            <a:pPr algn="ctr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Participant 4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Reporting, CLI &amp; Test Suite</a:t>
            </a:r>
          </a:p>
          <a:p>
            <a:pPr>
              <a:spcAft>
                <a:spcPts val="120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Modules: csv, argparse, logging, unittest</a:t>
            </a:r>
          </a:p>
          <a:p>
            <a:pPr>
              <a:spcAft>
                <a:spcPts val="400"/>
              </a:spcAft>
              <a:defRPr sz="1100" b="1">
                <a:solidFill>
                  <a:srgbClr val="CBD5E1"/>
                </a:solidFill>
                <a:latin typeface="Segoe UI"/>
              </a:defRPr>
            </a:pPr>
            <a:r>
              <a:t>Key Deliverables: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Generates executive CLI console summary.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Exports structured CSV reports for analytics.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Builds analyzer self-audit logging mechanism.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Develops unit test suite covering edge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5. TECHNICAL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Course Python Concepts &amp; Skills Applied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39512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File Handling &amp; Generators (Memory Efficiency)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Context managers (with open(...)) guarantee automatic cleanup of OS file descriptors.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Lazy iteration via yield enables streaming multi-gigabyte files with ~15MB constant memory.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Cross-platform file path resolution using pathlib and os.path.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39512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A78BFA"/>
                </a:solidFill>
                <a:latin typeface="Segoe UI"/>
              </a:defRPr>
            </a:pPr>
            <a:r>
              <a:t>Regular Expressions (re) (Pattern Matching)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Compiled re.compile() patterns cached for optimal sub-millisecond execution.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Named capture groups: (?P&lt;timestamp&gt;...), (?P&lt;level&gt;...), (?P&lt;module&gt;...).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Multi-format fallback expressions to handle varied enterprise log layouts.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39512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FB923C"/>
                </a:solidFill>
                <a:latin typeface="Segoe UI"/>
              </a:defRPr>
            </a:pPr>
            <a:r>
              <a:t>Advanced Data Structures (Aggregations &amp; Analytics)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collections.Counter used for instant O(N) frequency counts and .most_common(N) lookups.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defaultdict(list) for temporal bucketing and module-level error grouping.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Typed dataclasses for immutable, strongly-typed internal log event representations.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39512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  <a:latin typeface="Segoe UI"/>
              </a:defRPr>
            </a:pPr>
            <a:r>
              <a:t>Defensive Programming &amp; Logging (Robustness &amp; Auditability)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Granular try-except blocks catching FileNotFoundError, PermissionError, and UnicodeDecodeError.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Standard logging module creates an internal audit trail (log_analyzer.log).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Separation of concerns across modules with clean CLI interfaces via argparse.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6.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End-to-End Processing Pipeline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947672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1. Streamer</a:t>
            </a:r>
          </a:p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Participant 1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Lazy file reading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Line generator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I/O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463040"/>
            <a:ext cx="1947672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A78BFA"/>
                </a:solidFill>
                <a:latin typeface="Segoe UI"/>
              </a:defRPr>
            </a:pPr>
            <a:r>
              <a:rPr dirty="0"/>
              <a:t>2. Parser</a:t>
            </a:r>
          </a:p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rPr dirty="0"/>
              <a:t>Participant 2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Compiled regex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Token extraction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LogEvent</a:t>
            </a:r>
            <a:r>
              <a:rPr dirty="0"/>
              <a:t> </a:t>
            </a:r>
            <a:r>
              <a:rPr dirty="0" err="1"/>
              <a:t>dataclass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1947672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B923C"/>
                </a:solidFill>
                <a:latin typeface="Segoe UI"/>
              </a:defRPr>
            </a:pPr>
            <a:r>
              <a:t>3. Validator</a:t>
            </a:r>
          </a:p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Participant 2 &amp; 3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Quarantine invalid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Level classifier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Message sanitize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1947672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F87171"/>
                </a:solidFill>
                <a:latin typeface="Segoe UI"/>
              </a:defRPr>
            </a:pPr>
            <a:r>
              <a:t>4. Aggregator</a:t>
            </a:r>
          </a:p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Participant 3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collections.Counter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Frequency metrics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Top-N isolation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463040"/>
            <a:ext cx="1947672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34D399"/>
                </a:solidFill>
                <a:latin typeface="Segoe UI"/>
              </a:defRPr>
            </a:pPr>
            <a:r>
              <a:t>5. Reporter</a:t>
            </a:r>
          </a:p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  <a:latin typeface="Segoe UI"/>
              </a:defRPr>
            </a:pPr>
            <a:r>
              <a:t>Participant 4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Terminal dashboard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CSV export file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Execution audit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725912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Key Architectural Highlights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Decoupled Pipeline Design: Ingestion, parsing, aggregation, and export operate as distinct, single-responsibility layers.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Zero-Copy Streaming: Lines are yielded as strings, parsed into temporary tokens, and aggregated into Counter without holding all lines in memory.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Production Reliability: Corrupted lines or missing log files trigger graceful recovery without terminating the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7. PERFORMANCE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Processing Benchmarks &amp; System Efficiency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10712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200"/>
              </a:spcAft>
              <a:defRPr sz="4200" b="1">
                <a:solidFill>
                  <a:srgbClr val="38BDF8"/>
                </a:solidFill>
                <a:latin typeface="Segoe UI"/>
              </a:defRPr>
            </a:pPr>
            <a:r>
              <a:t>1.42s</a:t>
            </a:r>
          </a:p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Processing Speed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Parses and classifies 100,000 log lines end-to-end on consumer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0712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200"/>
              </a:spcAft>
              <a:defRPr sz="4200" b="1">
                <a:solidFill>
                  <a:srgbClr val="34D399"/>
                </a:solidFill>
                <a:latin typeface="Segoe UI"/>
              </a:defRPr>
            </a:pPr>
            <a:r>
              <a:t>&lt; 15 MB</a:t>
            </a:r>
          </a:p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Peak RAM Usage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Constant O(1) memory consumption achieved via generator stream iterators.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410712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200"/>
              </a:spcAft>
              <a:defRPr sz="4200" b="1">
                <a:solidFill>
                  <a:srgbClr val="A78BFA"/>
                </a:solidFill>
                <a:latin typeface="Segoe UI"/>
              </a:defRPr>
            </a:pPr>
            <a:r>
              <a:t>99.85%</a:t>
            </a:r>
          </a:p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Parsing Accuracy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Robust multi-tier regex matching successfully extracts complex payloads.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10725912" cy="2514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1168" rIns="27432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Empirical Log Dataset Breakdown (100,000 Sample Records)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INFO Entries: 64,200 events (64.2%) — Routine operational logs, health checks, successful HTTP responses.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WARNING Notifications: 18,450 events (18.5%) — Deprecation notices, cache misses, transient network retries.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ERROR Exceptions: 13,850 events (13.9%) — Database connection timeouts, 504 gateway failures, auth failures.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• CRITICAL Outages: 3,500 events (3.5%) — Service unreachable, primary node failovers, unhandled crashes.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8. ERROR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Top Recurring Error Signatures Isolated (collections.Counter)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591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Frequency analysis derived via Counter.most_common(5) on normalized exception messages: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Error Signature / Pattern</a:t>
                      </a:r>
                    </a:p>
                  </a:txBody>
                  <a:tcPr anchor="ctr">
                    <a:solidFill>
                      <a:srgbClr val="1826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Occurrences</a:t>
                      </a:r>
                    </a:p>
                  </a:txBody>
                  <a:tcPr anchor="ctr">
                    <a:solidFill>
                      <a:srgbClr val="1826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Impacted Module</a:t>
                      </a:r>
                    </a:p>
                  </a:txBody>
                  <a:tcPr anchor="ctr">
                    <a:solidFill>
                      <a:srgbClr val="1826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Root Cause Analysis</a:t>
                      </a:r>
                    </a:p>
                  </a:txBody>
                  <a:tcPr anchor="ctr">
                    <a:solidFill>
                      <a:srgbClr val="1826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DatabaseConnectionTimeout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4,120 (37.2%)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db_pool / postgres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Connection pool exhaustion during peak 14:00 traffic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PaymentGateway504Timeout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3,040 (27.4%)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checkout / payment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Upstream 3rd-party payment vendor latency degradation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RedisKeyExpiredWarning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2,250 (20.3%)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cache / session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TTL expiration on active shopping cart session tokens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AuthTokenSignatureExpired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1,510 (13.6%)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security / auth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Client JWT token refresh race condition on mobile clients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Quarantined Malformed Lines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180 (1.6%)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unknown / parser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Corrupted syslog fragments lacking standard timestamp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9. PROJECT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Suggested 4-5 Hour Implementation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947672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01168" rIns="164592" rtlCol="0" anchor="ctr"/>
          <a:lstStyle/>
          <a:p>
            <a:pPr algn="ctr">
              <a:defRPr sz="1350" b="1">
                <a:solidFill>
                  <a:srgbClr val="38BDF8"/>
                </a:solidFill>
                <a:latin typeface="Segoe UI"/>
              </a:defRPr>
            </a:pPr>
            <a:r>
              <a:t>Phase 1: Setup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30 Minutes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Deconstruct problem statement &amp; inputs.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Design shared log data structures &amp; schema.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Partition tasks across 4 team participants.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Initialize Git repo &amp;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6988" y="1463040"/>
            <a:ext cx="2076764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01168" rIns="164592" rtlCol="0" anchor="ctr"/>
          <a:lstStyle/>
          <a:p>
            <a:pPr algn="ctr">
              <a:defRPr sz="1350" b="1">
                <a:solidFill>
                  <a:srgbClr val="A78BFA"/>
                </a:solidFill>
                <a:latin typeface="Segoe UI"/>
              </a:defRPr>
            </a:pPr>
            <a:r>
              <a:rPr dirty="0"/>
              <a:t>Phase 2: Core Build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2 Hours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Implement lazy file iterator streamer.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Build &amp; test modular regex expressions.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Implement </a:t>
            </a:r>
            <a:r>
              <a:rPr dirty="0" err="1"/>
              <a:t>collections.Counter</a:t>
            </a:r>
            <a:r>
              <a:rPr dirty="0"/>
              <a:t> analytics.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Develop CSV &amp; console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1548" y="1463040"/>
            <a:ext cx="2216076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01168" rIns="164592" rtlCol="0" anchor="ctr"/>
          <a:lstStyle/>
          <a:p>
            <a:pPr algn="ctr">
              <a:defRPr sz="1350" b="1">
                <a:solidFill>
                  <a:srgbClr val="FB923C"/>
                </a:solidFill>
                <a:latin typeface="Segoe UI"/>
              </a:defRPr>
            </a:pPr>
            <a:r>
              <a:rPr dirty="0"/>
              <a:t>Phase 3: Hardening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45 Minutes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Add exception handling (missing/corrupt files).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Implement analyzer self-audit logging.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Sanitize malformed log entries.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Validate zero memory leaks.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1947672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01168" rIns="164592" rtlCol="0" anchor="ctr"/>
          <a:lstStyle/>
          <a:p>
            <a:pPr algn="ctr">
              <a:defRPr sz="1350" b="1">
                <a:solidFill>
                  <a:srgbClr val="F87171"/>
                </a:solidFill>
                <a:latin typeface="Segoe UI"/>
              </a:defRPr>
            </a:pPr>
            <a:r>
              <a:rPr dirty="0"/>
              <a:t>Phase 4: Refactor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45 Minutes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AI-assisted code cleanup &amp; optimization.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Write comprehensive </a:t>
            </a:r>
            <a:r>
              <a:rPr dirty="0" err="1"/>
              <a:t>unittest</a:t>
            </a:r>
            <a:r>
              <a:rPr dirty="0"/>
              <a:t> suite.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Format docstrings &amp; generate README.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Verify PEP 8 adherence.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0447" y="1463040"/>
            <a:ext cx="218326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01168" rIns="164592" rtlCol="0" anchor="ctr"/>
          <a:lstStyle/>
          <a:p>
            <a:pPr algn="ctr">
              <a:defRPr sz="1350" b="1">
                <a:solidFill>
                  <a:srgbClr val="34D399"/>
                </a:solidFill>
                <a:latin typeface="Segoe UI"/>
              </a:defRPr>
            </a:pPr>
            <a:r>
              <a:rPr dirty="0"/>
              <a:t>Phase 5: Demo Prep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30-45 Minutes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End-to-end integration walkthrough.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Generate sample multi-size test logs.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Rehearse 4-person live demo presentation.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• Verify all rubric criteria met.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10. EVALUATION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Evaluation Criteria &amp; Implementation Mapping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59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Evaluation Component</a:t>
                      </a:r>
                    </a:p>
                  </a:txBody>
                  <a:tcPr anchor="ctr">
                    <a:solidFill>
                      <a:srgbClr val="1826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1826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Implementation Evidence in Project</a:t>
                      </a:r>
                    </a:p>
                  </a:txBody>
                  <a:tcPr anchor="ctr">
                    <a:solidFill>
                      <a:srgbClr val="1826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826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Log Parsing &amp; Regex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Modular compiled regex with ISO timestamp &amp; group extractions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100% Complete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Analysis &amp; Frequency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collections.Counter isolating top error recurrence signatures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100% Complete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File / Data Structures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Lazy generator iterators, dictionaries, and CSV serialization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100% Complete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Error Handling &amp; Logging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FileNotFoundError handling, corrupted entry quarantine, internal audit log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100% Complete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Testing &amp; Quality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Automated unit test suite validating regex edge cases &amp; counters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100% Complete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Live Demo &amp; Presentation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Interactive CLI demonstration with colored terminal output &amp; reports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100% Complete</a:t>
                      </a:r>
                    </a:p>
                  </a:txBody>
                  <a:tcPr anchor="ctr">
                    <a:solidFill>
                      <a:srgbClr val="18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11. CONCLUSION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Project Deliverables, CLI Demo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10712" cy="2468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Console &amp; CLI Report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Rich interactive terminal summary.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ANSI colored severity alerts.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Total logs, warning/error ratios, and top-5 frequent failures displayed.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0712" cy="2468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34D399"/>
                </a:solidFill>
                <a:latin typeface="Segoe UI"/>
              </a:defRPr>
            </a:pPr>
            <a:r>
              <a:t>CSV &amp; Text Analytics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Structured errors_summary.csv exported.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Breakdown of error message frequencies.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Ready for ingestion into Excel, PowerBI, or cloud monitoring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410712" cy="2468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A78BFA"/>
                </a:solidFill>
                <a:latin typeface="Segoe UI"/>
              </a:defRPr>
            </a:pPr>
            <a:r>
              <a:t>Tool Audit Log &amp; Tests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Internal log_analyzer.log self-trace.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Records processing duration, line counts, and quarantined corrupt rows.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Complete unittest test suite included.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10725912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Ready for Questions &amp; Live Demonstration</a:t>
            </a:r>
          </a:p>
          <a:p>
            <a:pPr algn="ctr">
              <a:spcAft>
                <a:spcPts val="800"/>
              </a:spcAft>
              <a:defRPr sz="1300">
                <a:solidFill>
                  <a:srgbClr val="38BDF8"/>
                </a:solidFill>
                <a:latin typeface="Consolas"/>
              </a:defRPr>
            </a:pPr>
            <a:r>
              <a:t>CLI Command:  python main.py --file logs/production_app.log --top 5 --export output/report.csv</a:t>
            </a:r>
          </a:p>
          <a:p>
            <a:pPr algn="ctr">
              <a:defRPr sz="1200">
                <a:solidFill>
                  <a:srgbClr val="CBD5E1"/>
                </a:solidFill>
                <a:latin typeface="Segoe UI"/>
              </a:defRPr>
            </a:pPr>
            <a:r>
              <a:t>Participants 1, 2, 3, and 4 are ready to demonstrate the code, regex engine, and test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1922</Words>
  <Application>Microsoft Macintosh PowerPoint</Application>
  <PresentationFormat>Widescreen</PresentationFormat>
  <Paragraphs>271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Arpit Kanungo (akanungo)</cp:lastModifiedBy>
  <cp:revision>2</cp:revision>
  <dcterms:created xsi:type="dcterms:W3CDTF">2013-01-27T09:14:16Z</dcterms:created>
  <dcterms:modified xsi:type="dcterms:W3CDTF">2026-10-11T11:30:56Z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